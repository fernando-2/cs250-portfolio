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sources (title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Scrum.org blog on Product Owner responsibilities (Jan 11, 2023): https://www.scrum.org/resources/blog/uncovering-product-owner-role
- Microsoft Learn (Scrum practices in Azure Boards; last updated 2025-10-29): https://learn.microsoft.com/en-us/azure/devops/boards/sprints/scrum-overview?view=azure-devops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 (Scrum practices in Azure Boards; last updated 2025-10-29): https://learn.microsoft.com/en-us/azure/devops/boards/sprints/scrum-overview?view=azure-devops
- Microsoft Learn (Scrum process work item types &amp; workflow; last updated 2025-10-27): https://learn.microsoft.com/en-us/azure/devops/boards/work-items/guidance/scrum-process-workflow?view=azure-devops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Thesing, Feldmann, &amp; Burchardt (2021) on plan-driven vs agile characteristics: https://www.sciencedirect.com/science/article/pii/S1877050921002702
- Mural (July 3, 2024) overview of Agile vs Waterfall pros/cons: https://www.mural.co/blog/agile-vs-waterfall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Digital.ai (17th State of Agile Report, 2024) on common benefits and challenges (collaboration, alignment, scaling barriers): https://2288549.fs1.hubspotusercontent-na1.net/hubfs/2288549/RE-SA-17th-Annual-State-Of-Agile-Report.pdf
- PMI (Pulse of the Profession 2023) on communication and other “power skills” supporting project success: https://www.pmi.org/-/media/pmi/documents/public/pdf/learning/thought-leadership/pmi-pulse-of-the-profession-2023-report.pdf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Thesing, Feldmann, &amp; Burchardt (2021) decision criteria for selecting agile vs waterfall: https://www.sciencedirect.com/science/article/pii/S1877050921002702
- Digital.ai (17th State of Agile Report, 2024) on benefits/barriers and hybrid adoption: https://2288549.fs1.hubspotusercontent-na1.net/hubfs/2288549/RE-SA-17th-Annual-State-Of-Agile-Report.pdf
- Mural (July 3, 2024) Agile vs Waterfall pros/cons: https://www.mural.co/blog/agile-vs-waterfall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References slide lists all sources used in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Scrum-Agile Pilot: SNHU Travel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65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Review, Retrospective, and lessons learned for ChadaTech leadership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2377440" cy="109728"/>
          </a:xfrm>
          <a:prstGeom prst="rect">
            <a:avLst/>
          </a:prstGeom>
          <a:solidFill>
            <a:srgbClr val="2F6FAB"/>
          </a:solidFill>
          <a:ln w="12700">
            <a:solidFill>
              <a:srgbClr val="2F6F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331720"/>
            <a:ext cx="107652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|  Date: February 17,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roles (who does what)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1082009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885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owns the product vision, keeps the backlog prioritized by value, and clarifies “what success looks like” for each story.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 helps the team follow Scrum, removes blockers, and keeps the sprint cadence healthy (planning, reviews, retrospectives).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 build and test the increment each sprint; collaborate to deliver working, reviewable results.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provide feedback in reviews so priorities can be adjusted early (before major rework).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| SNHU Travel Scrum-Agile Pilot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SDLC in Scrum (how work flows)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5715000" cy="4892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is a short cycle that repeats: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5303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backlog (clarify the top items and acceptance criteria).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sprint (pick a sprint goal and commit to a small set of stories).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(deliver a working increment, not just documentation).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stakeholders (inspect what was built and capture feedback).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(improve the team’s process for the next sprint).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80160"/>
            <a:ext cx="4922215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554480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artifacts that keep it organized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1965960"/>
            <a:ext cx="432785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backlog: prioritized list of customer needs.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backlog: the work the team commits to for this sprint.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items/tasks: break stories into trackable steps; track blockers as impediments.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&amp; burndown: make progress (and scope changes) visible.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46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| SNHU Travel Scrum-Agile Pilot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vs Agile: what changes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5272888" cy="4892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33008" y="1280160"/>
            <a:ext cx="527288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(plan-driven)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90712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moves in large, sequential phases (requirements → design → build → test → release).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arrives late; changes often cause rework across earlier phases.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 scope is stable and changes must be tightly controlled.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15888" y="155448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(Scrum)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15888" y="1920240"/>
            <a:ext cx="490712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delivered in short cycles (“sprints”) with reviewable results each time.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testing happen early and often, reducing the risk of building the wrong thing.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 requirements evolve and the customer can review progress frequently.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46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| SNHU Travel Scrum-Agile Pilot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SNHU Travel pilot: what Scrum helped us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10820095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8857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value in small increments (e.g., browse destinations → view details → checkout).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Sprint Reviews to get real feedback early and adjust priorities before rework grows.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“change in direction” by re-ordering the backlog instead of rewriting the whole plan.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progress transparent with a visible backlog, sprint board, and simple “done” criteria.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on strong communication (short updates, clear asks, shared decisions) to avoid confusion.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| SNHU Travel Scrum-Agile Pilot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approach (Waterfall vs Scrum-Agile)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these factors: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794760" cy="6858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562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691640"/>
            <a:ext cx="3749040" cy="6858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8562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tends to fit when…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691640"/>
            <a:ext cx="3276295" cy="6858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1856232"/>
            <a:ext cx="3001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Scrum-Agile tends to fit when…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37947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42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37490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5420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well-known up front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2762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542032"/>
            <a:ext cx="3001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Evolving; you want frequent feedback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3794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278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306324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2278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need for formal stage gates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063240"/>
            <a:ext cx="32762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227832"/>
            <a:ext cx="3001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validate risk incrementally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749040"/>
            <a:ext cx="37947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136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3749040"/>
            <a:ext cx="37490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913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stakeholders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3749040"/>
            <a:ext cx="32762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913632"/>
            <a:ext cx="3001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 review every sprint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434840"/>
            <a:ext cx="3794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5994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480560" y="443484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599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big release is acceptable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4434840"/>
            <a:ext cx="32762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599432"/>
            <a:ext cx="3001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Earlier, incremental releases matter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6446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| SNHU Travel Scrum-Agile Pilot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37215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Digital.ai. (2024). *17th Annual State of Agile Report*. https://2288549.fs1.hubspotusercontent-na1.net/hubfs/2288549/RE-SA-17th-Annual-State-Of-Agile-Report.pdf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(2025, October 27). *Manage Scrum process work item types &amp; workflow - Azure Boards*. Microsoft Learn. https://learn.microsoft.com/en-us/azure/devops/boards/work-items/guidance/scrum-process-workflow?view=azure-devops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(2025, October 29). *Scrum practices in Azure Boards*. Microsoft Learn. https://learn.microsoft.com/en-us/azure/devops/boards/sprints/scrum-overview?view=azure-devops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Institute. (2023). *Pulse of the Profession® 2023: Power skills, redefining project success*. https://www.pmi.org/-/media/pmi/documents/public/pdf/learning/thought-leadership/pmi-pulse-of-the-profession-2023-report.pdf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Rahman, J. (2023, January 11). *Uncovering the Product Owner role*. Scrum.org. https://www.scrum.org/resources/blog/uncovering-product-owner-role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Thesing, T., Feldmann, C., &amp; Burchardt, M. (2021). Agile versus Waterfall project management: Decision model for selecting the appropriate approach to a project. *Procedia Computer Science, 181*, 746–756. https://doi.org/10.1016/j.procs.2021.01.227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Kitch, B. (2024, July 3). *Agile vs Waterfall project management: What's the best approach?* Mural. https://www.mural.co/blog/agile-vs-waterfall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46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| SNHU Travel Scrum-Agile Pilot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ChadaTech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Scrum-Agile Pilot Lessons Learned</dc:title>
  <dc:subject>Scrum-Agile Pilot: SNHU Travel</dc:subject>
  <dc:creator>ChadaTech (CS-250)</dc:creator>
  <cp:lastModifiedBy>ChadaTech (CS-250)</cp:lastModifiedBy>
  <cp:revision>1</cp:revision>
  <dcterms:created xsi:type="dcterms:W3CDTF">2026-02-17T23:42:27Z</dcterms:created>
  <dcterms:modified xsi:type="dcterms:W3CDTF">2026-02-17T23:42:27Z</dcterms:modified>
</cp:coreProperties>
</file>